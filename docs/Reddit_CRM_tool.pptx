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general overview. Do not start with the model or the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in this order. The next slide is the general overview of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general overview. One sentence, the pipeline, then the four boxes. Do not walk the eight sitting steps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six. The workflow comes next. The model and the random pattern each get their own section after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is banned accounts, removed work, and a client who gets nothing from work we already paid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1 to 8. The model is section 3. The fresh pattern on each sitting is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Karma under 5 is browse only. Posts wait for karma 10. Two comments and one post per 48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join per sitting, after the rules. The model is told whether the join worked. Extra random communities are in the randomness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are read, stored, put into the comment, and used to block a bad tone. Then the model picks comment or only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Sheet first, right kind of post, tone from the model, typed into the comment box, counted only if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Posts wait for karma 10. That is why most sittings still skip the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 is learning from the result. DQN is the network that scores the actions. Say clearly that the browse pattern is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is the decision. Right is the state the network scores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Immediate reward, then a delayed check after 20 minutes. Removed choices get dropped. The history is kept between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Randomness is the pattern: persona, timings, Home, extra communities, one search. The fingerprint blocks a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benefit to a section: hand posting, the model, warm-up, the random pattern, and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assigned through banned. Live is the number that matters for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30 days on one set of accounts. The last two slides are the future plan for the model, then for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model plan only. Target 80% kept work, train on live vs removed, lurk when weak, remember failed communities, keep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slide. Project plan: 30-day run, the report, skip wasted work, keep the pattern fresh, scale only if bans and live work move the right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40">
                <a:solidFill>
                  <a:srgbClr val="E8B896"/>
                </a:solidFill>
                <a:latin typeface="Calibri"/>
                <a:ea typeface="Calibri"/>
                <a:cs typeface="Calibri"/>
              </a:rPr>
              <a:t>INTERNAL    ·    PITCH TO MANAGER AND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19072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Reddit tasks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published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5760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6E1D8"/>
                </a:solidFill>
                <a:latin typeface="Calibri"/>
                <a:ea typeface="Calibri"/>
                <a:cs typeface="Calibri"/>
              </a:rPr>
              <a:t>A general overview of the project first. Then the sitting. Then the model that keeps what Reddit left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983480"/>
            <a:ext cx="2651760" cy="530352"/>
          </a:xfrm>
          <a:prstGeom prst="roundRect">
            <a:avLst>
              <a:gd name="adj" fmla="val 14000"/>
            </a:avLst>
          </a:prstGeom>
          <a:solidFill>
            <a:srgbClr val="1B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5065776"/>
            <a:ext cx="239572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3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01 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4983480"/>
            <a:ext cx="2651760" cy="530352"/>
          </a:xfrm>
          <a:prstGeom prst="roundRect">
            <a:avLst>
              <a:gd name="adj" fmla="val 14000"/>
            </a:avLst>
          </a:prstGeom>
          <a:solidFill>
            <a:srgbClr val="1B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5065776"/>
            <a:ext cx="239572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3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02 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4983480"/>
            <a:ext cx="2651760" cy="530352"/>
          </a:xfrm>
          <a:prstGeom prst="roundRect">
            <a:avLst>
              <a:gd name="adj" fmla="val 14000"/>
            </a:avLst>
          </a:prstGeom>
          <a:solidFill>
            <a:srgbClr val="1B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5065776"/>
            <a:ext cx="239572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3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03 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RL and DQN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4983480"/>
            <a:ext cx="2651760" cy="530352"/>
          </a:xfrm>
          <a:prstGeom prst="roundRect">
            <a:avLst>
              <a:gd name="adj" fmla="val 14000"/>
            </a:avLst>
          </a:prstGeom>
          <a:solidFill>
            <a:srgbClr val="1B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4" y="5065776"/>
            <a:ext cx="239572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3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04 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Randomness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2636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Klarivo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THE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Four parts, in this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General overview first, so the project is clear. Then the workflow. Then the model. Then the randomness.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69164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691640"/>
            <a:ext cx="73152" cy="1965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8928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What the project is, what a sitting covers, and why posting by hand is costing 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9164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91640"/>
            <a:ext cx="73152" cy="1965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89280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928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4688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How one sitting runs: account, rules, join, comment, and post.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88620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3886200"/>
            <a:ext cx="73152" cy="1965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8736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40873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RL and DQN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What the learning model decides, what it looks at, and how a result teaches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88620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886200"/>
            <a:ext cx="73152" cy="1965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08736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0873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Randomness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6634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How each sitting gets a new activity pattern, and why a used pattern is not repeated.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   /  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01    ·  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General overview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896112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This is Klarivo’s Reddit publishing runner. Work comes from our sheets. Accounts that are already signed in do the activity. We record whether Reddit kept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44752"/>
            <a:ext cx="11301984" cy="713232"/>
          </a:xfrm>
          <a:prstGeom prst="roundRect">
            <a:avLst>
              <a:gd name="adj" fmla="val 8000"/>
            </a:avLst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27080" cy="49377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Sheets in  →  own browser  →  5–10 minutes on Reddit  →  comment or post  →  live, removed, or banned.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322576"/>
            <a:ext cx="5577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2322576"/>
            <a:ext cx="73152" cy="17556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46888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it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52928"/>
            <a:ext cx="5120640" cy="10607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Python runner on AdsPower Chrome profiles. Each Reddit account stays in its own logged-in browser. The tool never types a password.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322576"/>
            <a:ext cx="5577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322576"/>
            <a:ext cx="73152" cy="17556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46888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it 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852928"/>
            <a:ext cx="5120640" cy="10607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Opens the account, browses Home, reads the community rules, joins, types a comment or a text post from the sheet, then checks if it stayed.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4224528"/>
            <a:ext cx="5577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" y="4224528"/>
            <a:ext cx="73152" cy="17556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37083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it does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754880"/>
            <a:ext cx="5120640" cy="10607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does not create Reddit accounts, buy karma, run ads, or replace the sheets. People still prepare the comment and the post.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224528"/>
            <a:ext cx="557784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224528"/>
            <a:ext cx="73152" cy="175564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37083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How it is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754880"/>
            <a:ext cx="5120640" cy="10607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Up to 8 accounts at once. Two comments and one post per account every 48 hours. A banned or suspended account is stopped and named.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3   /  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01    ·  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six parts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Same runner, six pieces. The sitting, the model, and the random pattern are the next sections.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481328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21488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0632" y="1481328"/>
            <a:ext cx="88239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comment link or a post row is prepared on the sheet. Unused sheet rows go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249424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49424"/>
            <a:ext cx="21488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249424"/>
            <a:ext cx="88239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Each account stays in its own browser, already logged in. No password is typed.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3017520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017520"/>
            <a:ext cx="21488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3017520"/>
            <a:ext cx="88239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opens the community, reads the public rules, then joins. One new join per sitting.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785615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785615"/>
            <a:ext cx="21488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comment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3785615"/>
            <a:ext cx="88239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types the comment on the post. It counts only if the comment is visible on the thread.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553712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553712"/>
            <a:ext cx="21488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4553712"/>
            <a:ext cx="88239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One text post when karma is 10 or more. The sheet title and body are not rewritten.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5321807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5321807"/>
            <a:ext cx="21488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0632" y="5321807"/>
            <a:ext cx="88239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learning model scores each choice from what Reddit left up and what it removed.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4   /  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01    ·  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is going wrong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person takes the task and puts it on Reddit by hand. A lot of that work never 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874519"/>
            <a:ext cx="5577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874519"/>
            <a:ext cx="73152" cy="1874519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67127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Accounts get banned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79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We lose the account and every task that was on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74519"/>
            <a:ext cx="5577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874519"/>
            <a:ext cx="73152" cy="1874519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167127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Comments get removed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697479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reply never stays on the thread.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977639"/>
            <a:ext cx="5577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" y="3977639"/>
            <a:ext cx="73152" cy="1874519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7024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Posts get removed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post never counts for the client.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977639"/>
            <a:ext cx="5577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977639"/>
            <a:ext cx="73152" cy="1874519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task never 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800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We paid for the account and the work. The client gets nothing.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5   /  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02    ·   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How one sitting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One account. Already signed in. About 5 to 10 minutes. This is the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81328"/>
            <a:ext cx="5687568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572768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901952"/>
            <a:ext cx="5394959" cy="6035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Its own browser. Several accounts can run at once. The rest wait. Two accounts do not open the same community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3" y="1481328"/>
            <a:ext cx="5687568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72768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1" y="1572768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Read the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01952"/>
            <a:ext cx="5394959" cy="6035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Username, karma, and age. A banned or suspended account stops here and is named.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2706624"/>
            <a:ext cx="5687568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2798064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98064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Browse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127248"/>
            <a:ext cx="5394959" cy="6035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Home first, then a community, then Home again. Most of the sitting stays on Home.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3" y="2706624"/>
            <a:ext cx="5687568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798064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2798064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Rules, then 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127248"/>
            <a:ext cx="5394959" cy="6035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Open the rules, read them, then join if it is not already in. One new join this sitting.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3931920"/>
            <a:ext cx="5687568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4023359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23359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Comment or 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4352544"/>
            <a:ext cx="5394959" cy="6035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model chooses, from those rules. The comment is typed on the post, or the thread is left.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3" y="3931920"/>
            <a:ext cx="5687568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023359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1" y="4023359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Post if allowed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352544"/>
            <a:ext cx="5394959" cy="6035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One text post when karma is 10 or more and the 48-hour slot is free.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5157216"/>
            <a:ext cx="5687568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5248655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48655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Check the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5577840"/>
            <a:ext cx="5394959" cy="6035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comment counts only if it is visible. Older comments are scored again on the next run.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2783" y="5157216"/>
            <a:ext cx="5687568" cy="11155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5248655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1" y="5248655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Save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5577840"/>
            <a:ext cx="5394959" cy="6035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Close the browser. Save what happened, so the next sitting starts from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6   /  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02    ·   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Warm-up, then the caps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new account is not handed a client task. The caps stay on after warm-up.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444752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44752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Under 7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144475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Browse only. No comment and no post.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121408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121408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Karma under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21408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Browse only. No comment and no post.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798064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798064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Karma 5 to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798064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Comments can run. Posts stay locked.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474720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474720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Karma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474720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One text post per 48 hours. A community can still ask for more.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151376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151376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48-hour budget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4151376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2 comments and 1 post per account. Sheet work and general work share that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4828032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4828032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Same thread once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482803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One comment per post URL, across every account. A used link is archived.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5504688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5504688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Already banned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5504688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run stops. The report names the account. It is not used.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7   /  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02    ·   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Which community, and the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does not walk the same communities every sitting.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444752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44752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From the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511" y="1444752"/>
            <a:ext cx="8641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Enabled rows in the community sheet. Those are the communities for the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121408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121408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Not the last 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1" y="2121408"/>
            <a:ext cx="8641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prefers communities this account did not use last sitting.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798064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798064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Easier when new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1" y="2798064"/>
            <a:ext cx="8641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low-karma account is pointed at easier communities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474720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474720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Never some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1" y="3474720"/>
            <a:ext cx="8641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blocked list is never opened, even if a sheet names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151376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151376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Not together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1" y="4151376"/>
            <a:ext cx="8641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Two accounts in the same run do not open the same community at the same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4828032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4828032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One new join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3511" y="4828032"/>
            <a:ext cx="8641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After warm-up, one Join click per sitting. If it is already in, it stays.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5504688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5504688"/>
            <a:ext cx="23317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Join is scored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3511" y="5504688"/>
            <a:ext cx="86410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join that works is a plus for the model. A join that fails is a minus.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8   /  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02    ·   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It reads the rules before it speaks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Every community is opened on its rules page first. The comment is written from those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444752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44752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rules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144475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opens the public rules for that community and reads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121408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121408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it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21408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How many rules, how strict they are, and the flags. Jokes, age, karma.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798064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798064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Into the comment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798064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Those rules are part of the prompt that writes the comment.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474720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474720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Tone can be 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474720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Funny is dropped on a strict community. A gate on the account can also drop expert.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151376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151376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Clash is rewritten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4151376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If the chosen tone fights the rules, the comment is rewritten plainer.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4828032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4828032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model is marked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482803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tone that fits is a small plus. A clash is a minus. Reading the rules is a plus.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5504688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5504688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Then it chooses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5504688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Only after the rules: comment on a post, or only read.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9   /  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02    ·   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How a comment is added to a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Sheet links go first. A comment is counted only when it is visible on the thread.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44752"/>
            <a:ext cx="5687568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53619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Pick the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865376"/>
            <a:ext cx="5394959" cy="6217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An unused link from the comment sheet, if there is one. Otherwise a new post in the community.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3" y="1444752"/>
            <a:ext cx="5687568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3619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1" y="1536192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Check the kind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865376"/>
            <a:ext cx="5394959" cy="6217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Only a question, help, a suggestion, or a review. Image, video, gallery, and GIF posts are skipped.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2670048"/>
            <a:ext cx="5687568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2761488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61488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Pick the 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3090672"/>
            <a:ext cx="5394959" cy="6217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model chooses friendly, expert, funny, or neutral. Or it skips. Rules can remove a tone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3" y="2670048"/>
            <a:ext cx="5687568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761488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2761488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Write the words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090672"/>
            <a:ext cx="5394959" cy="6217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exact text from the sheet, or one or two sentences about that post, using the rules.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3895344"/>
            <a:ext cx="5687568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3986783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3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Read, then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4315968"/>
            <a:ext cx="5394959" cy="6217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scrolls the thread, pauses, opens the comment box, and types with uneven keystrokes.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3" y="3895344"/>
            <a:ext cx="5687568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986783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1" y="3986783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Submit Comment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315968"/>
            <a:ext cx="5394959" cy="6217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clicks Comment. It does not use the Post button. It stays on the thread afterwards.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5120640"/>
            <a:ext cx="5687568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" y="521208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12080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Count if visible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5541264"/>
            <a:ext cx="5394959" cy="6217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If the text is on the thread, it counts. Blocked, filtered, or missing does not count.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2783" y="5120640"/>
            <a:ext cx="5687568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5212080"/>
            <a:ext cx="38404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1" y="5212080"/>
            <a:ext cx="5047488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Record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5541264"/>
            <a:ext cx="5394959" cy="6217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sheet link moves to the history sheet. The same URL is never commented twice. An optional edit is added 3 to 4 minutes later.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10   /  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02    ·   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How a post is added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Posts are the stricter action. Karma 10, one per 48 hours, and the community has to fit a text post.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444752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44752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Sheet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144475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If a post row is waiting, that title and body are used exactly. They are not rewritten.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121408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121408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Karma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21408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Below 10, the account can comment and cannot post.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798064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798064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One per 48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798064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One live post. If the slot was already used, it waits.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474720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474720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If the sheet is empty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474720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can write one post that fits the community, after it has read recent posts there.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151376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151376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Text posts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4151376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checks that text posts are normal there. An image-only community is skipped.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4828032"/>
            <a:ext cx="11301984" cy="67665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4828032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Flair, then 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4828032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picks the community tag from the post, then clicks Post.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5504688"/>
            <a:ext cx="11301984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5504688"/>
            <a:ext cx="246888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If it fails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5504688"/>
            <a:ext cx="8503920" cy="6766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model ranks the next community. A removed post is a strong minus.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11   /  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03    ·    RL AND DQN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RL and the DQN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Reinforcement learning means the result of an action changes the next choice. The DQN is the small network that scores those choices.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481328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Reinforcement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481328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tries an action. Reddit answers. That answer is a reward, and the next choice uses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249424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49424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DQN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49424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Deep Q-Network. A small neural net. It gives every allowed action a score. A higher score means a better expected result.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3017520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017520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How a choice is made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017520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compares the scores. A strong score is chosen more often. A weak score is rare.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785615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785615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it remembers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785615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Past outcomes are stored and trained on again, so a later sitting starts from what already happened.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553712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553712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A thin random slice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4553712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small share of choices stays random, so a tone it has barely tried can still be picked. That share shrinks as results come 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5321807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5321807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it does not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5321807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does not pick the browser, the scroll, or the sitting pattern. That pattern is the next section.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12   /  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03    ·    RL AND DQN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the model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Four decisions. The score for each one depends on the account, the post, the rules, and the moment.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4447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It chooses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447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It looks 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792224"/>
            <a:ext cx="562356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6208" y="1792224"/>
            <a:ext cx="553212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01952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Comment or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231136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After the rules are read. Comment, or only lurk.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Karma and 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31136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new account is not treated like an old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2907791"/>
            <a:ext cx="562356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6208" y="2907791"/>
            <a:ext cx="553212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301752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3346703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Friendly, expert, funny, or neutral.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46703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Mood, length, and whether it is a question, help, a suggestion, or a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023359"/>
            <a:ext cx="562356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6208" y="4023359"/>
            <a:ext cx="553212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4133087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Skip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462271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Leave the thread when this kind of post has been getting removals.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33087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62271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Count, strictness, flags, and whether they were read.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" y="5138927"/>
            <a:ext cx="562356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36208" y="5138927"/>
            <a:ext cx="553212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5248655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Next community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55778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If the first community refuses the post, which one to try.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48655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moment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778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Hour, weekday, comments already left, and recent success.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13   /  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03    ·    RL AND DQN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How it learns from the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Every outcome is stored. The network is trained on those outcomes, and the next run starts from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44752"/>
            <a:ext cx="11301984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64592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361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Right 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36192"/>
            <a:ext cx="8229600" cy="6583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Rules read. Join worked or failed. Comment visible or not. Tone fit the rules or clashed.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359152"/>
            <a:ext cx="11301984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56032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505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50592"/>
            <a:ext cx="8229600" cy="6583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On the next run, a comment older than 20 minutes is checked again. Still live, the score, filtered, or removed.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3273552"/>
            <a:ext cx="11301984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47472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649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score trains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364992"/>
            <a:ext cx="8229600" cy="6583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Upvotes raise that choice. Filtered marks it to avoid. Removed is a strong minus, and that choice is dropped.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4187952"/>
            <a:ext cx="11301984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438912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7939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It keeps the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279392"/>
            <a:ext cx="8229600" cy="6583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Unknown after 3 days is closed. The past stays, so learning is not restarted each run.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" y="5193792"/>
            <a:ext cx="2761488" cy="1051560"/>
          </a:xfrm>
          <a:prstGeom prst="roundRect">
            <a:avLst>
              <a:gd name="adj" fmla="val 10000"/>
            </a:avLst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530352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B896"/>
                </a:solidFill>
                <a:latin typeface="Calibri"/>
                <a:ea typeface="Calibri"/>
                <a:cs typeface="Calibri"/>
              </a:rPr>
              <a:t>Visible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56327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46704" y="5193792"/>
            <a:ext cx="2761488" cy="1051560"/>
          </a:xfrm>
          <a:prstGeom prst="roundRect">
            <a:avLst>
              <a:gd name="adj" fmla="val 10000"/>
            </a:avLst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530352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B896"/>
                </a:solidFill>
                <a:latin typeface="Calibri"/>
                <a:ea typeface="Calibri"/>
                <a:cs typeface="Calibri"/>
              </a:rPr>
              <a:t>Upvotes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56327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Better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5193792"/>
            <a:ext cx="2761488" cy="1051560"/>
          </a:xfrm>
          <a:prstGeom prst="roundRect">
            <a:avLst>
              <a:gd name="adj" fmla="val 10000"/>
            </a:avLst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30352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B896"/>
                </a:solidFill>
                <a:latin typeface="Calibri"/>
                <a:ea typeface="Calibri"/>
                <a:cs typeface="Calibri"/>
              </a:rPr>
              <a:t>Filtered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6327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Avoid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62288" y="5193792"/>
            <a:ext cx="2761488" cy="1051560"/>
          </a:xfrm>
          <a:prstGeom prst="roundRect">
            <a:avLst>
              <a:gd name="adj" fmla="val 10000"/>
            </a:avLst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08592" y="530352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B896"/>
                </a:solidFill>
                <a:latin typeface="Calibri"/>
                <a:ea typeface="Calibri"/>
                <a:cs typeface="Calibri"/>
              </a:rPr>
              <a:t>Removed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56327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Stop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14   /  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04    ·    RANDOMNESS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How randomness is added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This is the browse pattern, not the model. Each account rolls a fresh pattern, and a used pattern is not rolled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417320"/>
            <a:ext cx="11301984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17320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Rolled at the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1417320"/>
            <a:ext cx="850392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Before the browsing, the sitting rolls a new pattern for that account.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020824"/>
            <a:ext cx="11301984" cy="603504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020824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Six personas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020824"/>
            <a:ext cx="850392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Slow lurker, curious, restless, steady, skimmer, or methodical. Each one changes the 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624328"/>
            <a:ext cx="11301984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62432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Timings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624328"/>
            <a:ext cx="850392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Sitting length, Home time, pauses, scroll, upvote chance, and typing speed are all rolled again.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227832"/>
            <a:ext cx="11301984" cy="603504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227832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Home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3227832"/>
            <a:ext cx="850392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About half to three quarters of the sitting stays on Home. Communities are short visits.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3831336"/>
            <a:ext cx="11301984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3831336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Home between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3831336"/>
            <a:ext cx="850392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It usually goes back to Home between communities, instead of hopping community to community.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4434840"/>
            <a:ext cx="11301984" cy="603504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4434840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Extra communities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4434840"/>
            <a:ext cx="850392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1 to 4 extra communities are explored, on top of the sheet. About 30% of the list is exploration.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" y="5038344"/>
            <a:ext cx="11301984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5038344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One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5038344"/>
            <a:ext cx="850392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At most one short search. A search sentence that account already used is not typed again.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" y="5641848"/>
            <a:ext cx="11301984" cy="603504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5641848"/>
            <a:ext cx="246888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Not repeated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0672" y="5641848"/>
            <a:ext cx="8503920" cy="60350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fingerprint is saved. The next sitting for that account has to be a different pattern.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15   /  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FOR THE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the company 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115568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" y="1115568"/>
            <a:ext cx="73152" cy="9601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243584"/>
            <a:ext cx="45720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225295"/>
            <a:ext cx="101498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People stop posting by hand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591056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They prepare the comment and the post. The tool does the Reddit activity.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157984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157984"/>
            <a:ext cx="73152" cy="9601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286000"/>
            <a:ext cx="45720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67712"/>
            <a:ext cx="101498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same mistakes stop repeating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3347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model drops a tone or a thread Reddit has already taken down.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200400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" y="3200400"/>
            <a:ext cx="73152" cy="9601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328416"/>
            <a:ext cx="45720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10128"/>
            <a:ext cx="101498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Accounts last longer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675887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 week of reading, karma gates, one join, and a 48-hour cap. A banned account is stopped.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" y="4242816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" y="4242816"/>
            <a:ext cx="73152" cy="9601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370831"/>
            <a:ext cx="45720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352544"/>
            <a:ext cx="101498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work does not look like one 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718304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Each sitting is a new pattern. A used pattern is not repeated.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" y="5285231"/>
            <a:ext cx="11301984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" y="5285231"/>
            <a:ext cx="73152" cy="96012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413247"/>
            <a:ext cx="45720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394959"/>
            <a:ext cx="1014984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A number next to the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760719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Assigned, published, live, removed, banned. After every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16   /  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FOR THE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What we measure after a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report is the number next to the client. A comment counts only if it is still on the thread.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481328"/>
            <a:ext cx="11301984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81328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Assigned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0632" y="1481328"/>
            <a:ext cx="882396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Tasks taken from the sheets for this 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231136"/>
            <a:ext cx="11301984" cy="749808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31136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231136"/>
            <a:ext cx="882396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Comments and posts the tool submitted.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980944"/>
            <a:ext cx="11301984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980944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2980944"/>
            <a:ext cx="882396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Still visible on the thread when we check.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730752"/>
            <a:ext cx="11301984" cy="749808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730752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Filtered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3730752"/>
            <a:ext cx="882396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Submitted, then held by Reddit.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480560"/>
            <a:ext cx="11301984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480560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Removed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4480560"/>
            <a:ext cx="882396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Taken down. That choice is trained against.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5230368"/>
            <a:ext cx="11301984" cy="749808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5230368"/>
            <a:ext cx="214884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Banned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0632" y="5230368"/>
            <a:ext cx="8823960" cy="7498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account is stopped and named. It is not used again.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17   /  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E8B896"/>
                </a:solidFill>
                <a:latin typeface="Calibri"/>
                <a:ea typeface="Calibri"/>
                <a:cs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13232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 it on real accounts for 30 days.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E6E1D8"/>
                </a:solidFill>
                <a:latin typeface="Calibri"/>
                <a:ea typeface="Calibri"/>
                <a:cs typeface="Calibri"/>
              </a:rPr>
              <a:t>Same rules. The model keeps learning. The pattern keeps changing.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92608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B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3090672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B896"/>
                </a:solidFill>
                <a:latin typeface="Calibri"/>
                <a:ea typeface="Calibri"/>
                <a:cs typeface="Calibri"/>
              </a:rPr>
              <a:t>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547872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set of accounts.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92608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B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7016" y="3090672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B896"/>
                </a:solidFill>
                <a:latin typeface="Calibri"/>
                <a:ea typeface="Calibri"/>
                <a:cs typeface="Calibri"/>
              </a:rPr>
              <a:t>Sheets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016" y="3547872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Comments, posts, and communities come from the sheets.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292608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B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3090672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B896"/>
                </a:solidFill>
                <a:latin typeface="Calibri"/>
                <a:ea typeface="Calibri"/>
                <a:cs typeface="Calibri"/>
              </a:rPr>
              <a:t>Rules 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547872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7-day warm-up, karma 5 to comment, karma 10 to post, 48-hour caps.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71432" y="292608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B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7736" y="3090672"/>
            <a:ext cx="2450592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B896"/>
                </a:solidFill>
                <a:latin typeface="Calibri"/>
                <a:ea typeface="Calibri"/>
                <a:cs typeface="Calibri"/>
              </a:rPr>
              <a:t>Day 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7736" y="3547872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Ban rate, removal rate, and tasks that stayed live, against today.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937760"/>
            <a:ext cx="110642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6E1D8"/>
                </a:solidFill>
                <a:latin typeface="Calibri"/>
                <a:ea typeface="Calibri"/>
                <a:cs typeface="Calibri"/>
              </a:rPr>
              <a:t>If those three move the right way, this becomes how these Reddit tasks get published.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600" b="0">
                <a:solidFill>
                  <a:srgbClr val="E6E1D8"/>
                </a:solidFill>
                <a:latin typeface="Calibri"/>
                <a:ea typeface="Calibri"/>
                <a:cs typeface="Calibri"/>
              </a:rPr>
              <a:t>After every run: live, filtered, removed, or the account banned.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26364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Klarivo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26364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FA0B0"/>
                </a:solidFill>
                <a:latin typeface="Calibri"/>
                <a:ea typeface="Calibri"/>
                <a:cs typeface="Calibri"/>
              </a:rPr>
              <a:t>18   /  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NEXT    ·   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Future plan for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DQN already scores comment vs lurk and the tone. Next is to make those scores match what Reddit actually keeps.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444752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44752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Kept-work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444752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Raise the share of comments and posts that stay live toward 80%. Drop a tone or thread Reddit already took down.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212848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12848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Train on the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12848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Visible and upvotes raise that choice. Filtered means avoid. Removed is a strong minus, and that choice is dropped.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980944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980944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Lurk when weak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980944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If the score says the comment will not stay, the account only reads. A comment is not forced.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749039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749039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Community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749039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If a community restricts the post or the join fails, it is not chosen again for that kind of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517136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517136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Same four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4517136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Comment or lurk, tone, skip, and next community keep sharing one set of scores.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5285231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5285231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History stays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5285231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next run starts from past outcomes. A thin random slice shrinks as real results come 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19   /  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37744"/>
            <a:ext cx="11155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20">
                <a:solidFill>
                  <a:srgbClr val="C45C26"/>
                </a:solidFill>
                <a:latin typeface="Calibri"/>
                <a:ea typeface="Calibri"/>
                <a:cs typeface="Calibri"/>
              </a:rPr>
              <a:t>NEXT    ·   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57200"/>
            <a:ext cx="11247120" cy="42062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Future plan for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914400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The runner is built. Next is a live 30-day run, then scale only what the numbers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444752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44752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30-day live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444752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One set of real accounts. Same sheets, same caps, 8 at a time, 5 to 10 minutes. The model keeps learning.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212848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12848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The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212848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After every run: assigned, published, live, filtered, removed, banned. Live is the number that counts.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980944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980944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Skip what will not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980944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Do not post into a community that refuses. Do not spend the sitting on a long search or a join that will not 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3749039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749039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Pattern stays 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749039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Each sitting rolls a new browse pattern. A used pattern is not repeated for that account.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4517136"/>
            <a:ext cx="11301984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4517136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Scale only what worked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4517136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Add accounts only if the ban rate stays down. Expand communities only where work stays live. Tune the 48-hour caps from the 30-day numbers.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" y="5285231"/>
            <a:ext cx="11301984" cy="768096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5285231"/>
            <a:ext cx="288036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2B45"/>
                </a:solidFill>
                <a:latin typeface="Calibri"/>
                <a:ea typeface="Calibri"/>
                <a:cs typeface="Calibri"/>
              </a:rPr>
              <a:t>Hand posting stops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5285231"/>
            <a:ext cx="8092440" cy="7680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30"/>
                </a:solidFill>
                <a:latin typeface="Calibri"/>
                <a:ea typeface="Calibri"/>
                <a:cs typeface="Calibri"/>
              </a:rPr>
              <a:t>People prepare the comment and the post on the sheets. The tool publishes. This becomes how the work is done.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492240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Klarivo   ·   Internal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6492240"/>
            <a:ext cx="315468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20   /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Reddit tasks get published</dc:title>
  <dc:subject>Pitch for manager and CEO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